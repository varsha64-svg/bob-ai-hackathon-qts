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TRACE and the problem statement. The three alert levels are the output judges will see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asks for five capabilities. The next slides show how each one is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stages. Emphasise that harm and coordination are scored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 single score would either miss campaigns or flood analysts with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forensic defensibility: every claim in a brief can be traced to evidence with a 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evaluation output live. Mention that hard negatives (news reporting, harmless campaign) test both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being transparent about limitations; judges reward honesty. Point to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HACKATHON  |  PROBLEM STATEMENT 06  |  SOCIAL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Reconnaissance and Coordination Evidence Engine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threat intelligence for law enforcement: coordinated-behaviour detection, BNS-mapped briefs and escalation steps.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23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QTs  |  S. Sai Varsha  |  Srishti Prasad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github.com/VARSHA64-svg/bob-ai-hackathon-QTs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LEVELS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78240" y="178308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0" y="1783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-  ACT NOW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78240" y="288036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BFBFB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880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-  NEEDS REVIEW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397764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3977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-  MONITOR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coordination precedes offline harm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hashtag campaigns can come before offline communal violence.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lacked a real-time way to tell coordinated, inauthentic activity from organic outrage.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need explainable, defensible evidence, not just a flag.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0" y="15544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08192" y="1709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0819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554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batch of mock social media posts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4688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08192" y="26243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08192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468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coordinated inauthentic behaviour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3832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8192" y="35387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08192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383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incitement, targeted harassment, organized misinformation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0" y="42976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192" y="44531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08192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297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IPC / BNS provisions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0" y="52120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53675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08192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time-stamped threat brief with escalation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TRACE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21992" y="2103120"/>
            <a:ext cx="182880" cy="182880"/>
          </a:xfrm>
          <a:prstGeom prst="rightArrow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and comments are loaded; comments inherit the parent's hashtags.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1448" y="164592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41448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2103120"/>
            <a:ext cx="182880" cy="182880"/>
          </a:xfrm>
          <a:prstGeom prst="rightArrow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41448" y="29718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Co-occurring hashtags merge into campaign clusters.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164592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4256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07608" y="2103120"/>
            <a:ext cx="182880" cy="182880"/>
          </a:xfrm>
          <a:prstGeom prst="rightArrow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34256" y="29718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text, 10-minute bursts, new accounts, repeat authors.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27064" y="164592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7064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00416" y="2103120"/>
            <a:ext cx="182880" cy="182880"/>
          </a:xfrm>
          <a:prstGeom prst="rightArrow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27064" y="29718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lexicon scores harm and sets the threat type. watsonx.ai is optional.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19872" y="164592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19872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map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793224" y="2103120"/>
            <a:ext cx="182880" cy="182880"/>
          </a:xfrm>
          <a:prstGeom prst="rightArrow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872" y="29718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BNS table with IPC references, marked indicative.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12680" y="164592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1268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012680" y="29718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Time-stamped brief with evidence hash and escalation steps.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scores: harm measures what is said; coordination measures how it is spread.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Two-key alerts reduce false alarms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-  ACT NOW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6324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&gt;= 0.6 and coordination &gt;= 0.5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BFBFB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-  REVIEW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&gt;= 0.6, or harm &gt;= 0.4 with coordination &gt;= 0.5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14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-  MONITOR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4114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else: log and re-check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set in level_for() in trace_engine.py.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554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both scores matter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223760" y="210312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21031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 harasser: high harm, low coordination. MEDIUM, sent for analyst review.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23760" y="333756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3375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quoting violent words: reporting context lowers harm. LOW.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23760" y="457200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45720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clean-up drive: high coordination, no harm. LOW.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evidence, not just alerts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3248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lists matched phrases, signal values and evidence IDs, so analysts see why it fired.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9632" y="1463040"/>
            <a:ext cx="5413248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2402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sealed in a SHA-256 hash chain. Any edit to a record changes the chain hash.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413248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Legally mapped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provisions with IPC references come from a fixed table. The model never generates legal sections.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3657600"/>
            <a:ext cx="5413248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Queryable (RAG)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44348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language and get answers with the source briefs shown.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 |  FastAPI: /health /analyze /demo  |  pytest suite  |  runs offline without API keys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labelled synthetic data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incitement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1417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38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misinformation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9842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5054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Incitement in romanised Hinglish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09160" y="2551176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2551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0723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 harasser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09160" y="3118104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3118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6393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festival trend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09160" y="368503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3685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reporting violent words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09160" y="4251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773168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773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coordinated campaign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09160" y="481888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4818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440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background noise: unrelated benign posts with assorted hashtags.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harness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19659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seeded datasets: 42, 99, 7, 2024, 1337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per alert level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counted on background clusters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places, people and events only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75120" y="466344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03720" y="4663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reproducible: run python evaluate.py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IBM Bob, honest about limits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IBM Bob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wrote, tested and documented modules in the repository.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BOB_LOG.md records the changes.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were reviewed and gaps recorded as limitations.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2860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lexicon: limited Hinglish and dialect coverage.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Reporting-context rule is heuristic.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timing signals only; no IP or device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integration not tested on a live API.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checks prove integrity, not original authenticity.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2860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multilingual classification.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feedback loop to tune thresholds.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signals where lawfully available.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review of the BNS / IPC table.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github.com/VARSHA64-svg/bob-ai-hackathon-QTs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 - Threat Reconnaissance and Coordination Evidence Engine</dc:title>
  <dc:subject>PptxGenJS Presentation</dc:subject>
  <dc:creator>PptxGenJS</dc:creator>
  <cp:lastModifiedBy>PptxGenJS</cp:lastModifiedBy>
  <cp:revision>1</cp:revision>
  <dcterms:created xsi:type="dcterms:W3CDTF">2026-09-28T10:15:08Z</dcterms:created>
  <dcterms:modified xsi:type="dcterms:W3CDTF">2026-09-28T10:15:08Z</dcterms:modified>
</cp:coreProperties>
</file>